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DirectoryBlue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Angular Application with Azure SQL &amp; MCP Integration</a:t>
            </a:r>
          </a:p>
          <a:p/>
          <a:p>
            <a:r>
              <a:t>Presented by: Bob - AI Software Engineer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F4E79"/>
                </a:solidFill>
              </a:defRPr>
            </a:pPr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404040"/>
                </a:solidFill>
              </a:defRPr>
            </a:pPr>
            <a:r>
              <a:t>Purpose: Provider information management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Technology: Angular 20.3.0 with TypeScript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Backend: Azure SQL Database + Mock Server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Integration: IBM Context Studio via MCP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Design: Responsive, modern UI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F4E79"/>
                </a:solidFill>
              </a:defRPr>
            </a:pPr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404040"/>
                </a:solidFill>
              </a:defRPr>
            </a:pPr>
            <a:r>
              <a:t>Search Inventory Management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Import File Management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Multiple Inventory Views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Bulk Operations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Export to Excel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F4E79"/>
                </a:solidFill>
              </a:defRPr>
            </a:pPr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404040"/>
                </a:solidFill>
              </a:defRPr>
            </a:pPr>
            <a:r>
              <a:t>Frontend: Angular 20.3.0, TypeScript 5.9.2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Backend: Node.js 24.11.1, Express.js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Database: Azure SQL Database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Integration: MCP, JIRA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Tools: VS Code, Cline, Git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F4E79"/>
                </a:solidFill>
              </a:defRPr>
            </a:pPr>
            <a:r>
              <a:t>MCP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404040"/>
                </a:solidFill>
              </a:defRPr>
            </a:pPr>
            <a:r>
              <a:t>Model Context Protocol (MCP)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Connects Cline to IBM Context Studio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Standardized protocol for AI tools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Secure authentication with JWT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API Key: ctx_b7893df16d01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F4E79"/>
                </a:solidFill>
              </a:defRPr>
            </a:pPr>
            <a:r>
              <a:t>MCP 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404040"/>
                </a:solidFill>
              </a:defRPr>
            </a:pPr>
            <a:r>
              <a:t>Server Name: context-studio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Type: streamable-http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URL: IBM Context Studio Gateway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Authentication: Bearer Token + API Key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Status: Enabled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F4E79"/>
                </a:solidFill>
              </a:defRPr>
            </a:pPr>
            <a:r>
              <a:t>MCP Permissions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404040"/>
                </a:solidFill>
              </a:defRPr>
            </a:pPr>
            <a:r>
              <a:t>gateways.read - Read gateway info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servers.use - Use MCP servers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tools.execute - Execute tools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resources.read - Access resources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Token Valid: Jan 2025 - Jun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F4E79"/>
                </a:solidFill>
              </a:defRPr>
            </a:pPr>
            <a:r>
              <a:t>Prerequisites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404040"/>
                </a:solidFill>
              </a:defRPr>
            </a:pPr>
            <a:r>
              <a:t>Node.js v18.19 or higher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npm v9.0 or higher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Angular CLI v20.3.10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VS Code with Cline extension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PowerShell (Windows)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F4E79"/>
                </a:solidFill>
              </a:defRPr>
            </a:pPr>
            <a:r>
              <a:t>Installation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404040"/>
                </a:solidFill>
              </a:defRPr>
            </a:pPr>
            <a:r>
              <a:t>1. Install backend dependencies: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   cd mock-backend &amp;&amp; npm install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2. Install frontend dependencies: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   cd DirectoryBlue &amp;&amp; npm install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F4E79"/>
                </a:solidFill>
              </a:defRPr>
            </a:pPr>
            <a:r>
              <a:t>Starting the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404040"/>
                </a:solidFill>
              </a:defRPr>
            </a:pPr>
            <a:r>
              <a:t>Backend Server (Terminal 1):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  cd mock-backend &amp;&amp; npm start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  Runs on: http://localhost:3000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Frontend App (Terminal 2):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  npm start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  Runs on: http://localhost:4200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F4E79"/>
                </a:solidFill>
              </a:defRPr>
            </a:pPr>
            <a:r>
              <a:t>Application 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404040"/>
                </a:solidFill>
              </a:defRPr>
            </a:pPr>
            <a:r>
              <a:t>Navigation: Home, Admin, Reports, Timekeeper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Welcome message with user name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Tabs: Search, Import, My Inventory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Survey &amp; CAQH Unassigned Inventory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Search parameters and filters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F4E79"/>
                </a:solidFill>
              </a:defRPr>
            </a:pPr>
            <a:r>
              <a:t>Search Functionality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404040"/>
                </a:solidFill>
              </a:defRPr>
            </a:pPr>
            <a:r>
              <a:t>Search by NPI (National Provider ID)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Filter by Task ID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Data Source: CAQH, Survey, Manual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Date range filtering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Task status filtering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Clear filter option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F4E79"/>
                </a:solidFill>
              </a:defRPr>
            </a:pPr>
            <a:r>
              <a:t>Mock Test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404040"/>
                </a:solidFill>
              </a:defRPr>
            </a:pPr>
            <a:r>
              <a:t>TSK001 - Dr. John Smith (In Progress)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TSK002 - Dr. Jane Doe (Pending)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TSK003 - Dr. Robert Johnson (Completed)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TSK004 - Dr. Sarah Williams (In Progress)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TSK005 - Dr. Michael Brown (Cancelled)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F4E79"/>
                </a:solidFill>
              </a:defRPr>
            </a:pPr>
            <a:r>
              <a:t>Testing Scenarios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404040"/>
                </a:solidFill>
              </a:defRPr>
            </a:pPr>
            <a:r>
              <a:t>1. Search all tasks (empty search)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2. Search by NPI: 1234567890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3. Filter by Data Source: CAQH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4. Filter by Status: In Progress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5. Clear all filters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F4E79"/>
                </a:solidFill>
              </a:defRPr>
            </a:pPr>
            <a:r>
              <a:t>Bulk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404040"/>
                </a:solidFill>
              </a:defRPr>
            </a:pPr>
            <a:r>
              <a:t>Select individual tasks with checkboxes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Select all with header checkbox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Bulk Update multiple tasks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Export selected data to Excel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View success messages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F4E79"/>
                </a:solidFill>
              </a:defRPr>
            </a:pPr>
            <a:r>
              <a:t>Project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404040"/>
                </a:solidFill>
              </a:defRPr>
            </a:pPr>
            <a:r>
              <a:t>src/app/ - Application components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src/app/services/ - API services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src/app/models/ - Data models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mock-backend/ - Backend server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src/environments/ - Configuration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.bob/mcp.json - MCP settings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F4E79"/>
                </a:solidFill>
              </a:defRPr>
            </a:pPr>
            <a:r>
              <a:t>Routing 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404040"/>
                </a:solidFill>
              </a:defRPr>
            </a:pPr>
            <a:r>
              <a:t>/ → Redirect to /home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/home → HomeComponent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/about → AboutComponent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/contact → ContactComponent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** → 404 handler (redirect to home)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F4E79"/>
                </a:solidFill>
              </a:defRPr>
            </a:pPr>
            <a:r>
              <a:t>Environment 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404040"/>
                </a:solidFill>
              </a:defRPr>
            </a:pPr>
            <a:r>
              <a:t>Development (environment.ts):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  apiEndpoint: http://localhost:3000/api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Production (environment.prod.ts):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  apiEndpoint: Azure Functions URL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  production: true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F4E79"/>
                </a:solidFill>
              </a:defRPr>
            </a:pPr>
            <a:r>
              <a:t>Azure SQL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404040"/>
                </a:solidFill>
              </a:defRPr>
            </a:pPr>
            <a:r>
              <a:t>Server: Azure SQL Server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Database: ProviderInfo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Tables: OutreachDetails, Tasks, Providers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Authentication: Azure AD / SQL Auth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Connection pooling enabled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F4E79"/>
                </a:solidFill>
              </a:defRPr>
            </a:pPr>
            <a:r>
              <a:t>JIRA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404040"/>
                </a:solidFill>
              </a:defRPr>
            </a:pPr>
            <a:r>
              <a:t>Create JIRA issues from tasks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Sync task status with JIRA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Track progress in JIRA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Link tasks to JIRA tickets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Bidirectional status sync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F4E79"/>
                </a:solidFill>
              </a:defRPr>
            </a:pPr>
            <a:r>
              <a:t>API Endpoints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404040"/>
                </a:solidFill>
              </a:defRPr>
            </a:pPr>
            <a:r>
              <a:t>GET /api/tasks - Get all tasks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GET /api/tasks/:id - Get specific task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POST /api/tasks/search - Search with filters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POST /api/tasks - Create new task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PUT /api/tasks/:id - Update task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POST /api/tasks/bulk-update - Bulk operations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F4E79"/>
                </a:solidFill>
              </a:defRPr>
            </a:pPr>
            <a:r>
              <a:t>Security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404040"/>
                </a:solidFill>
              </a:defRPr>
            </a:pPr>
            <a:r>
              <a:t>Azure AD integration ready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JWT token support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Role-based access control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HTTPS enforcement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API key validation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SQL injection prevention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F4E79"/>
                </a:solidFill>
              </a:defRPr>
            </a:pPr>
            <a:r>
              <a:t>Troubleshooting - Common 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404040"/>
                </a:solidFill>
              </a:defRPr>
            </a:pPr>
            <a:r>
              <a:t>Port in use: Kill process or change port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Module not found: npm install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CORS errors: Restart both servers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PowerShell policy: Set-ExecutionPolicy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Build errors: Clear cache and rebuild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F4E79"/>
                </a:solidFill>
              </a:defRPr>
            </a:pPr>
            <a:r>
              <a:t>Troubleshooting - MCP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404040"/>
                </a:solidFill>
              </a:defRPr>
            </a:pPr>
            <a:r>
              <a:t>Server not showing: Verify JSON syntax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401 Unauthorized: Token expired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403 Forbidden: Invalid API key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Network Error: Check VPN/network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Solution: Restart VS Code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F4E79"/>
                </a:solidFill>
              </a:defRPr>
            </a:pPr>
            <a:r>
              <a:t>Development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404040"/>
                </a:solidFill>
              </a:defRPr>
            </a:pPr>
            <a:r>
              <a:t>1. Start backend: cd mock-backend &amp;&amp; npm start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2. Start frontend: npm start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3. Make changes (auto-reload enabled)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4. Test in browser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5. Check console for errors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6. Commit code to Git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F4E79"/>
                </a:solidFill>
              </a:defRPr>
            </a:pPr>
            <a:r>
              <a:t>Building for Production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404040"/>
                </a:solidFill>
              </a:defRPr>
            </a:pPr>
            <a:r>
              <a:t>Command: npm run build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Output: dist/directory-blue/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Optimized bundles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Minified code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Deploy to: Azure, AWS, Netlify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F4E79"/>
                </a:solidFill>
              </a:defRPr>
            </a:pPr>
            <a:r>
              <a:t>Performance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404040"/>
                </a:solidFill>
              </a:defRPr>
            </a:pPr>
            <a:r>
              <a:t>Frontend: Lazy loading, code splitting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Backend: Connection pooling, caching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Database: Query optimization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Monitoring: Application Insights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Compression: Response compression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F4E79"/>
                </a:solidFill>
              </a:defRPr>
            </a:pPr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404040"/>
                </a:solidFill>
              </a:defRPr>
            </a:pPr>
            <a:r>
              <a:t>Phase 1: Advanced filtering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Phase 2: Full Azure SQL integration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Phase 3: Mobile app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AI-powered insights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Real-time notifications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Advanced analytics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F4E79"/>
                </a:solidFill>
              </a:defRPr>
            </a:pPr>
            <a:r>
              <a:t>Testing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404040"/>
                </a:solidFill>
              </a:defRPr>
            </a:pPr>
            <a:r>
              <a:t>Unit Tests: npm test (Jasmine, Karma)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E2E Tests: ng e2e (Protractor)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Manual Testing: Browser compatibility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Performance: Lighthouse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Accessibility: WCAG compliance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F4E79"/>
                </a:solidFill>
              </a:defRPr>
            </a:pPr>
            <a:r>
              <a:t>Documentation 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404040"/>
                </a:solidFill>
              </a:defRPr>
            </a:pPr>
            <a:r>
              <a:t>README.md - Quick start guide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PROJECT_DOCUMENTATION.md - Detailed docs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START_APPLICATION.md - Setup guide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MCP_CONFIGURATION_GUIDE.md - MCP setup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Angular Docs: https://angular.dev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F4E79"/>
                </a:solidFill>
              </a:defRPr>
            </a:pPr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404040"/>
                </a:solidFill>
              </a:defRPr>
            </a:pPr>
            <a:r>
              <a:t>TypeScript strict mode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ESLint configuration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Prettier formatting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Code reviews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Git workflow with branches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Semantic commits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F4E79"/>
                </a:solidFill>
              </a:defRPr>
            </a:pPr>
            <a:r>
              <a:t>Team Collaboration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404040"/>
                </a:solidFill>
              </a:defRPr>
            </a:pPr>
            <a:r>
              <a:t>Version Control: Git + GitHub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Communication: Daily standups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Tools: VS Code, Cline, JIRA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Knowledge Sharing: Documentation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Code Reviews: Pull requests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F4E79"/>
                </a:solidFill>
              </a:defRPr>
            </a:pPr>
            <a:r>
              <a:t>Monitoring &amp; Maintenance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404040"/>
                </a:solidFill>
              </a:defRPr>
            </a:pPr>
            <a:r>
              <a:t>Application Insights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Error tracking (Sentry)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Performance metrics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Daily database backups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Security patches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Dependency updates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F4E79"/>
                </a:solidFill>
              </a:defRPr>
            </a:pPr>
            <a:r>
              <a:t>Quick 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404040"/>
                </a:solidFill>
              </a:defRPr>
            </a:pPr>
            <a:r>
              <a:t>Frontend: http://localhost:4200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Backend: http://localhost:3000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Health: http://localhost:3000/api/health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Start: npm start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Build: npm run build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Test: npm test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F4E79"/>
                </a:solidFill>
              </a:defRPr>
            </a:pPr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404040"/>
                </a:solidFill>
              </a:defRPr>
            </a:pPr>
            <a:r>
              <a:t>✅ DirectoryBlue application overview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✅ MCP integration with IBM Context Studio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✅ Complete setup and installation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✅ Running and testing the application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✅ Architecture and features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✅ Best practices and troubleshooting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F4E79"/>
                </a:solidFill>
              </a:defRPr>
            </a:pPr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404040"/>
                </a:solidFill>
              </a:defRPr>
            </a:pPr>
            <a:r>
              <a:t>1. Application is running successfully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2. Test all features thoroughly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3. Configure Azure SQL for production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4. Set up CI/CD pipeline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5. Deploy to production environment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DirectoryBlue - Ready for Production</a:t>
            </a:r>
          </a:p>
          <a:p/>
          <a:p>
            <a:r>
              <a:t>🚀 Frontend: http://localhost:4200</a:t>
            </a:r>
          </a:p>
          <a:p>
            <a:r>
              <a:t>📡 Backend: http://localhost:3000</a:t>
            </a:r>
          </a:p>
          <a:p>
            <a:r>
              <a:t>🔌 MCP: Connected to IBM Context Studio</a:t>
            </a:r>
          </a:p>
          <a:p/>
          <a:p>
            <a:r>
              <a:t>Happy Coding! 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